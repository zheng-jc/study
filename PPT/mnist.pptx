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0160B-F936-C817-5D23-F47091FFD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051495-29EE-3924-3296-5D6EBD7C9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2EA9A0-DBD1-3BD3-8433-B5FE0392F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285F6-0C6A-AE67-2775-D9A191A8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E34F3-4935-BDA5-E1D0-1ECC9115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54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2FEF5-8F53-D5AD-0EA3-0B1D0B16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07DC2E-5E0B-132C-89EA-C1DEE6C59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32469E-111B-9265-B65E-F6C8CD79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C93CBD-6719-7BD2-451F-39B8DDA3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7AAA69-16A3-19A6-BB6F-AB9FE81C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1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F17BC-603C-9EC3-75E6-4B00F95B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2A9286-52FE-1FF2-F629-08E6A4420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D3F21-A0FE-042D-0F1D-17330D391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DFB71F-E07D-5F9A-967E-BCF1D5E6C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000FD-CE17-E407-BDE2-A502E8A0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77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F9062-23CA-C84A-2EA5-4D71CA95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6814C2-BFEF-2221-3132-6738BB383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CA279D-BAAB-B59C-E348-BD2A9D8D4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673A95-4609-AE5D-8D0A-C5EA31B4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E1CE51-FDF8-08E1-BC6D-8843463C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2D9A24-7409-23E4-980E-BD5D74A44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10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6C495-B73F-219C-FB23-D3CB131AB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CF3B08-9E20-5D6A-CD7C-555F8ED6A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D8C232-BC4C-9819-73C0-112E05BCF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9C019C-56BD-159D-9981-8B383CDB1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97CD17-18AE-1CBC-D9D7-850742379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5F5007-A006-84CC-7E04-6B030D6F5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E86B5A-FA8D-0D3B-692A-75B98E3F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051C98-D269-B746-0F95-69FAA0BC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64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D80D0-DFA6-B526-ABD5-EEC300C6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FE8B1B-18A7-DEC7-D940-42B66D3D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D5E5A-CC12-11DD-D627-779C232F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BA20B4-1499-CF5A-1818-089A2AAE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65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82B056-2A54-5B4E-DC86-49426CEA1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8DAC10-AE6B-0BA9-2A8D-82DBF252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B8D05F-6FB6-9422-7DF4-CA10A822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30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27A62-67E7-03FC-BD97-47BE3C8C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EA508B-082E-399E-079A-141D05156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2614C5-8E66-F4B9-FB05-0CB9D0937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8BAB94-8EEE-D07A-695C-C85A82A3B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703DBE-6DA4-5F69-B600-02BD062AE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3B5680-1172-54BD-E2A4-E73261EC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638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AC3B5-1DBE-F0CC-1FF7-4F1E7443C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BD6542-63C4-B967-C81A-7A2BE5383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E77949-8026-3E82-CFEE-94C28C51D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EBCE2E-4AD7-5DCF-720E-878630A1F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032498-A4F2-D825-B13D-24A45B840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CD42C6-7548-5A03-2203-FA84392D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252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603D50-AFBC-0AB3-BD7D-E9576477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C59D4F-ADF3-0532-E049-2F4837455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1455C0-445F-A325-5969-5DDCA178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7B04A9-7A91-AA45-06F8-67AA583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311A02-304E-5F93-8FBA-1F994CC7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BC29E3B-3965-5855-DAB8-D69ABB66A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CAAB47-1135-1CB9-EAC4-2F3B372D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480AF3-337C-3F66-B274-9297497FB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09F69-38C9-3B8F-9AAE-A5D7FB66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9C2FB-E8F6-5B2B-863A-BCE78FCA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83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68CB81-8778-0F9A-F64E-FD6BB75E0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4CF2D4-5EE3-194B-5BE7-3905D4FCC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8D5A8A-6669-4C33-4037-6FBB895A2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6ABC3-E0E9-4BB3-80C3-CE1AA7E9CAA0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8AEAAB-44EC-412A-4963-81AA51276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8681A7-20D8-0C8A-684E-886EE2849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6D0F7-88B8-4DC5-8E68-DB3D9265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8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4A8F9-D9EF-73B2-3565-1654DE5A0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247" y="420687"/>
            <a:ext cx="9144000" cy="394772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初代网络</a:t>
            </a:r>
          </a:p>
        </p:txBody>
      </p:sp>
      <p:sp>
        <p:nvSpPr>
          <p:cNvPr id="4" name="流程图: 接点 3">
            <a:extLst>
              <a:ext uri="{FF2B5EF4-FFF2-40B4-BE49-F238E27FC236}">
                <a16:creationId xmlns:a16="http://schemas.microsoft.com/office/drawing/2014/main" id="{CF94B51D-5998-C5D3-CD38-A604EA7078D2}"/>
              </a:ext>
            </a:extLst>
          </p:cNvPr>
          <p:cNvSpPr/>
          <p:nvPr/>
        </p:nvSpPr>
        <p:spPr>
          <a:xfrm>
            <a:off x="990600" y="1727200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008A8F00-DE74-4105-BFB5-56BC35775FB2}"/>
              </a:ext>
            </a:extLst>
          </p:cNvPr>
          <p:cNvSpPr/>
          <p:nvPr/>
        </p:nvSpPr>
        <p:spPr>
          <a:xfrm>
            <a:off x="990600" y="2400300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6B002B3E-2522-80C0-D8AA-71E51F8180DE}"/>
              </a:ext>
            </a:extLst>
          </p:cNvPr>
          <p:cNvSpPr/>
          <p:nvPr/>
        </p:nvSpPr>
        <p:spPr>
          <a:xfrm>
            <a:off x="990600" y="3109119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B27946C0-D2DC-845F-BD24-577FD74C4BFE}"/>
              </a:ext>
            </a:extLst>
          </p:cNvPr>
          <p:cNvSpPr/>
          <p:nvPr/>
        </p:nvSpPr>
        <p:spPr>
          <a:xfrm>
            <a:off x="990600" y="3876676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流程图: 接点 7">
            <a:extLst>
              <a:ext uri="{FF2B5EF4-FFF2-40B4-BE49-F238E27FC236}">
                <a16:creationId xmlns:a16="http://schemas.microsoft.com/office/drawing/2014/main" id="{A9CA3E87-308F-064F-04E6-2F4FEB9C99D7}"/>
              </a:ext>
            </a:extLst>
          </p:cNvPr>
          <p:cNvSpPr/>
          <p:nvPr/>
        </p:nvSpPr>
        <p:spPr>
          <a:xfrm>
            <a:off x="1016000" y="4577557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2C3A4783-2505-7C73-E400-AB8AE6BD942F}"/>
              </a:ext>
            </a:extLst>
          </p:cNvPr>
          <p:cNvSpPr/>
          <p:nvPr/>
        </p:nvSpPr>
        <p:spPr>
          <a:xfrm>
            <a:off x="2565400" y="1997869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2435E01A-43A2-4FF7-1887-C61ECEA4812B}"/>
              </a:ext>
            </a:extLst>
          </p:cNvPr>
          <p:cNvSpPr/>
          <p:nvPr/>
        </p:nvSpPr>
        <p:spPr>
          <a:xfrm>
            <a:off x="1028700" y="5733257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0C713E6B-E41F-39DE-DDF3-2413AACF59DC}"/>
              </a:ext>
            </a:extLst>
          </p:cNvPr>
          <p:cNvSpPr/>
          <p:nvPr/>
        </p:nvSpPr>
        <p:spPr>
          <a:xfrm>
            <a:off x="2565400" y="2833688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654BD10-DA4B-065B-2C60-B4B7C208FF86}"/>
              </a:ext>
            </a:extLst>
          </p:cNvPr>
          <p:cNvCxnSpPr>
            <a:stCxn id="4" idx="6"/>
            <a:endCxn id="9" idx="2"/>
          </p:cNvCxnSpPr>
          <p:nvPr/>
        </p:nvCxnSpPr>
        <p:spPr>
          <a:xfrm>
            <a:off x="1447800" y="1955800"/>
            <a:ext cx="1117600" cy="2706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765439B-FF52-FB38-FA5E-FA6CF4541021}"/>
              </a:ext>
            </a:extLst>
          </p:cNvPr>
          <p:cNvCxnSpPr>
            <a:stCxn id="5" idx="6"/>
            <a:endCxn id="9" idx="2"/>
          </p:cNvCxnSpPr>
          <p:nvPr/>
        </p:nvCxnSpPr>
        <p:spPr>
          <a:xfrm flipV="1">
            <a:off x="1447800" y="2226469"/>
            <a:ext cx="1117600" cy="402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A4CF83-F3FF-2E93-A952-0BB301FF6109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1447800" y="2268538"/>
            <a:ext cx="1117600" cy="1069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8F20722-C545-1EA3-9E27-4A104DA0DE1B}"/>
              </a:ext>
            </a:extLst>
          </p:cNvPr>
          <p:cNvCxnSpPr>
            <a:stCxn id="7" idx="6"/>
            <a:endCxn id="9" idx="2"/>
          </p:cNvCxnSpPr>
          <p:nvPr/>
        </p:nvCxnSpPr>
        <p:spPr>
          <a:xfrm flipV="1">
            <a:off x="1447800" y="2226469"/>
            <a:ext cx="1117600" cy="1878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DD72149-0258-BDA4-B80B-44289E641151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1473200" y="2226469"/>
            <a:ext cx="1092200" cy="2579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7FF0228-0C8B-11CB-1EA6-C4FAB89C9686}"/>
              </a:ext>
            </a:extLst>
          </p:cNvPr>
          <p:cNvCxnSpPr>
            <a:stCxn id="10" idx="6"/>
            <a:endCxn id="9" idx="2"/>
          </p:cNvCxnSpPr>
          <p:nvPr/>
        </p:nvCxnSpPr>
        <p:spPr>
          <a:xfrm flipV="1">
            <a:off x="1485900" y="2226469"/>
            <a:ext cx="1079500" cy="3735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流程图: 接点 23">
            <a:extLst>
              <a:ext uri="{FF2B5EF4-FFF2-40B4-BE49-F238E27FC236}">
                <a16:creationId xmlns:a16="http://schemas.microsoft.com/office/drawing/2014/main" id="{7502284F-F681-4889-F619-AB0BC0FE4E6E}"/>
              </a:ext>
            </a:extLst>
          </p:cNvPr>
          <p:cNvSpPr/>
          <p:nvPr/>
        </p:nvSpPr>
        <p:spPr>
          <a:xfrm>
            <a:off x="2565400" y="3516313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6101728A-A30B-C910-01E0-D5ED8BA25308}"/>
              </a:ext>
            </a:extLst>
          </p:cNvPr>
          <p:cNvSpPr/>
          <p:nvPr/>
        </p:nvSpPr>
        <p:spPr>
          <a:xfrm>
            <a:off x="2565400" y="4147345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流程图: 接点 25">
            <a:extLst>
              <a:ext uri="{FF2B5EF4-FFF2-40B4-BE49-F238E27FC236}">
                <a16:creationId xmlns:a16="http://schemas.microsoft.com/office/drawing/2014/main" id="{A48807BC-89B1-07B5-C41A-9E52EA0BF2AF}"/>
              </a:ext>
            </a:extLst>
          </p:cNvPr>
          <p:cNvSpPr/>
          <p:nvPr/>
        </p:nvSpPr>
        <p:spPr>
          <a:xfrm>
            <a:off x="2578100" y="5384007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87C6B5F5-A1DC-1D79-699D-5CE5DC9DCFB3}"/>
              </a:ext>
            </a:extLst>
          </p:cNvPr>
          <p:cNvSpPr/>
          <p:nvPr/>
        </p:nvSpPr>
        <p:spPr>
          <a:xfrm>
            <a:off x="4241800" y="2268538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BE942FF9-5AC3-24DD-DF64-4581B4782605}"/>
              </a:ext>
            </a:extLst>
          </p:cNvPr>
          <p:cNvSpPr/>
          <p:nvPr/>
        </p:nvSpPr>
        <p:spPr>
          <a:xfrm>
            <a:off x="4254500" y="2815154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084EF35B-15BC-F396-4719-DF1F14FCD199}"/>
              </a:ext>
            </a:extLst>
          </p:cNvPr>
          <p:cNvSpPr/>
          <p:nvPr/>
        </p:nvSpPr>
        <p:spPr>
          <a:xfrm>
            <a:off x="4254500" y="3885666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27F1B0D5-E8C9-45D3-64F5-756B8DC8A3DF}"/>
              </a:ext>
            </a:extLst>
          </p:cNvPr>
          <p:cNvSpPr/>
          <p:nvPr/>
        </p:nvSpPr>
        <p:spPr>
          <a:xfrm>
            <a:off x="4254500" y="4427538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流程图: 接点 30">
            <a:extLst>
              <a:ext uri="{FF2B5EF4-FFF2-40B4-BE49-F238E27FC236}">
                <a16:creationId xmlns:a16="http://schemas.microsoft.com/office/drawing/2014/main" id="{69D15D8B-0928-DF0F-37A4-45EE884CE35C}"/>
              </a:ext>
            </a:extLst>
          </p:cNvPr>
          <p:cNvSpPr/>
          <p:nvPr/>
        </p:nvSpPr>
        <p:spPr>
          <a:xfrm>
            <a:off x="6524625" y="2643188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流程图: 接点 31">
            <a:extLst>
              <a:ext uri="{FF2B5EF4-FFF2-40B4-BE49-F238E27FC236}">
                <a16:creationId xmlns:a16="http://schemas.microsoft.com/office/drawing/2014/main" id="{B39C1D41-A632-3CF9-8E41-9CE8632EEFC5}"/>
              </a:ext>
            </a:extLst>
          </p:cNvPr>
          <p:cNvSpPr/>
          <p:nvPr/>
        </p:nvSpPr>
        <p:spPr>
          <a:xfrm>
            <a:off x="6508744" y="4096267"/>
            <a:ext cx="457200" cy="4572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5F5CDEE-4C00-CA3B-FA53-1161AE6DEDE6}"/>
              </a:ext>
            </a:extLst>
          </p:cNvPr>
          <p:cNvCxnSpPr>
            <a:stCxn id="4" idx="6"/>
            <a:endCxn id="11" idx="2"/>
          </p:cNvCxnSpPr>
          <p:nvPr/>
        </p:nvCxnSpPr>
        <p:spPr>
          <a:xfrm>
            <a:off x="1447800" y="1955800"/>
            <a:ext cx="1104900" cy="1082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31E1F66-7763-C4F2-8926-8643DF95184D}"/>
              </a:ext>
            </a:extLst>
          </p:cNvPr>
          <p:cNvCxnSpPr>
            <a:stCxn id="4" idx="6"/>
            <a:endCxn id="24" idx="3"/>
          </p:cNvCxnSpPr>
          <p:nvPr/>
        </p:nvCxnSpPr>
        <p:spPr>
          <a:xfrm>
            <a:off x="1447800" y="1955800"/>
            <a:ext cx="1184555" cy="1950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AE12BFB-FE20-8CAE-64D9-D57D349B0EAD}"/>
              </a:ext>
            </a:extLst>
          </p:cNvPr>
          <p:cNvCxnSpPr>
            <a:stCxn id="4" idx="6"/>
            <a:endCxn id="25" idx="2"/>
          </p:cNvCxnSpPr>
          <p:nvPr/>
        </p:nvCxnSpPr>
        <p:spPr>
          <a:xfrm>
            <a:off x="1447800" y="1955800"/>
            <a:ext cx="1117600" cy="24201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0019D01-CE2B-BF97-D91A-EC9003211340}"/>
              </a:ext>
            </a:extLst>
          </p:cNvPr>
          <p:cNvCxnSpPr>
            <a:stCxn id="4" idx="6"/>
            <a:endCxn id="26" idx="2"/>
          </p:cNvCxnSpPr>
          <p:nvPr/>
        </p:nvCxnSpPr>
        <p:spPr>
          <a:xfrm>
            <a:off x="1447800" y="1955800"/>
            <a:ext cx="1130300" cy="3656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BBEDDBF-3B6D-0E77-5456-4361A8B6B653}"/>
              </a:ext>
            </a:extLst>
          </p:cNvPr>
          <p:cNvCxnSpPr>
            <a:stCxn id="5" idx="6"/>
            <a:endCxn id="11" idx="2"/>
          </p:cNvCxnSpPr>
          <p:nvPr/>
        </p:nvCxnSpPr>
        <p:spPr>
          <a:xfrm>
            <a:off x="1447800" y="2628900"/>
            <a:ext cx="1117600" cy="433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441A3F47-4A8B-2019-DF70-DAAB8C505D61}"/>
              </a:ext>
            </a:extLst>
          </p:cNvPr>
          <p:cNvCxnSpPr>
            <a:stCxn id="5" idx="6"/>
          </p:cNvCxnSpPr>
          <p:nvPr/>
        </p:nvCxnSpPr>
        <p:spPr>
          <a:xfrm>
            <a:off x="1447800" y="2628900"/>
            <a:ext cx="1104900" cy="1126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D033ECB-581E-AB63-B25A-B4EBBCC67317}"/>
              </a:ext>
            </a:extLst>
          </p:cNvPr>
          <p:cNvCxnSpPr>
            <a:stCxn id="5" idx="6"/>
            <a:endCxn id="25" idx="2"/>
          </p:cNvCxnSpPr>
          <p:nvPr/>
        </p:nvCxnSpPr>
        <p:spPr>
          <a:xfrm>
            <a:off x="1447800" y="2628900"/>
            <a:ext cx="1117600" cy="1747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1E96E15-2553-41F6-2E7E-9F51A483FECF}"/>
              </a:ext>
            </a:extLst>
          </p:cNvPr>
          <p:cNvCxnSpPr>
            <a:stCxn id="5" idx="6"/>
            <a:endCxn id="26" idx="2"/>
          </p:cNvCxnSpPr>
          <p:nvPr/>
        </p:nvCxnSpPr>
        <p:spPr>
          <a:xfrm>
            <a:off x="1447800" y="2628900"/>
            <a:ext cx="1130300" cy="2983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284CF00-759B-D793-9FEC-00C58499477C}"/>
              </a:ext>
            </a:extLst>
          </p:cNvPr>
          <p:cNvCxnSpPr>
            <a:stCxn id="6" idx="6"/>
            <a:endCxn id="11" idx="2"/>
          </p:cNvCxnSpPr>
          <p:nvPr/>
        </p:nvCxnSpPr>
        <p:spPr>
          <a:xfrm flipV="1">
            <a:off x="1447800" y="3062288"/>
            <a:ext cx="1117600" cy="275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79F12510-F57D-C361-56ED-380A33D103C3}"/>
              </a:ext>
            </a:extLst>
          </p:cNvPr>
          <p:cNvCxnSpPr>
            <a:stCxn id="6" idx="6"/>
            <a:endCxn id="24" idx="2"/>
          </p:cNvCxnSpPr>
          <p:nvPr/>
        </p:nvCxnSpPr>
        <p:spPr>
          <a:xfrm>
            <a:off x="1447800" y="3337719"/>
            <a:ext cx="1117600" cy="407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5CA3BA4-02A2-58E8-1169-708613D98275}"/>
              </a:ext>
            </a:extLst>
          </p:cNvPr>
          <p:cNvCxnSpPr>
            <a:stCxn id="6" idx="6"/>
            <a:endCxn id="25" idx="2"/>
          </p:cNvCxnSpPr>
          <p:nvPr/>
        </p:nvCxnSpPr>
        <p:spPr>
          <a:xfrm>
            <a:off x="1447800" y="3337719"/>
            <a:ext cx="1117600" cy="1038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74CDCE8E-2373-A477-8ACE-42076C718E8C}"/>
              </a:ext>
            </a:extLst>
          </p:cNvPr>
          <p:cNvCxnSpPr>
            <a:stCxn id="6" idx="6"/>
            <a:endCxn id="26" idx="2"/>
          </p:cNvCxnSpPr>
          <p:nvPr/>
        </p:nvCxnSpPr>
        <p:spPr>
          <a:xfrm>
            <a:off x="1447800" y="3337719"/>
            <a:ext cx="1130300" cy="2274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2D79D07-86EA-DC04-9BEB-C22D938CABCE}"/>
              </a:ext>
            </a:extLst>
          </p:cNvPr>
          <p:cNvCxnSpPr>
            <a:stCxn id="7" idx="6"/>
            <a:endCxn id="11" idx="2"/>
          </p:cNvCxnSpPr>
          <p:nvPr/>
        </p:nvCxnSpPr>
        <p:spPr>
          <a:xfrm flipV="1">
            <a:off x="1447800" y="3062288"/>
            <a:ext cx="1117600" cy="1042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D3973FAF-EBD7-7469-9EB1-CAC84FE6D680}"/>
              </a:ext>
            </a:extLst>
          </p:cNvPr>
          <p:cNvCxnSpPr>
            <a:stCxn id="7" idx="6"/>
          </p:cNvCxnSpPr>
          <p:nvPr/>
        </p:nvCxnSpPr>
        <p:spPr>
          <a:xfrm flipV="1">
            <a:off x="1447800" y="3744913"/>
            <a:ext cx="1104900" cy="360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A7349732-4A65-3E44-3579-727D3DC41C92}"/>
              </a:ext>
            </a:extLst>
          </p:cNvPr>
          <p:cNvCxnSpPr>
            <a:stCxn id="7" idx="6"/>
            <a:endCxn id="25" idx="2"/>
          </p:cNvCxnSpPr>
          <p:nvPr/>
        </p:nvCxnSpPr>
        <p:spPr>
          <a:xfrm>
            <a:off x="1447800" y="4105276"/>
            <a:ext cx="1117600" cy="2706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EDC0277-7B42-C079-62E5-181C9E223BEE}"/>
              </a:ext>
            </a:extLst>
          </p:cNvPr>
          <p:cNvCxnSpPr>
            <a:endCxn id="26" idx="2"/>
          </p:cNvCxnSpPr>
          <p:nvPr/>
        </p:nvCxnSpPr>
        <p:spPr>
          <a:xfrm>
            <a:off x="1473200" y="4175125"/>
            <a:ext cx="1104900" cy="1437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EFBD70A-6FFA-3C5F-4772-814E5036B46A}"/>
              </a:ext>
            </a:extLst>
          </p:cNvPr>
          <p:cNvCxnSpPr>
            <a:stCxn id="8" idx="6"/>
            <a:endCxn id="11" idx="2"/>
          </p:cNvCxnSpPr>
          <p:nvPr/>
        </p:nvCxnSpPr>
        <p:spPr>
          <a:xfrm flipV="1">
            <a:off x="1473200" y="3062288"/>
            <a:ext cx="1092200" cy="1743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83A65909-1E22-0D78-2894-24F6CEBFFC93}"/>
              </a:ext>
            </a:extLst>
          </p:cNvPr>
          <p:cNvCxnSpPr>
            <a:stCxn id="8" idx="6"/>
          </p:cNvCxnSpPr>
          <p:nvPr/>
        </p:nvCxnSpPr>
        <p:spPr>
          <a:xfrm flipV="1">
            <a:off x="1473200" y="3744913"/>
            <a:ext cx="1079500" cy="1061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DA309E75-4ACF-E506-A02D-0C86782EA7FB}"/>
              </a:ext>
            </a:extLst>
          </p:cNvPr>
          <p:cNvCxnSpPr>
            <a:stCxn id="8" idx="6"/>
            <a:endCxn id="25" idx="2"/>
          </p:cNvCxnSpPr>
          <p:nvPr/>
        </p:nvCxnSpPr>
        <p:spPr>
          <a:xfrm flipV="1">
            <a:off x="1473200" y="4375945"/>
            <a:ext cx="1092200" cy="430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571F1747-9828-E30D-0415-E8F5CFD8D2BF}"/>
              </a:ext>
            </a:extLst>
          </p:cNvPr>
          <p:cNvCxnSpPr>
            <a:stCxn id="10" idx="6"/>
            <a:endCxn id="25" idx="2"/>
          </p:cNvCxnSpPr>
          <p:nvPr/>
        </p:nvCxnSpPr>
        <p:spPr>
          <a:xfrm flipV="1">
            <a:off x="1485900" y="4375945"/>
            <a:ext cx="1079500" cy="1585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F315434D-9B50-54BD-5559-23E4D8939132}"/>
              </a:ext>
            </a:extLst>
          </p:cNvPr>
          <p:cNvCxnSpPr>
            <a:endCxn id="26" idx="2"/>
          </p:cNvCxnSpPr>
          <p:nvPr/>
        </p:nvCxnSpPr>
        <p:spPr>
          <a:xfrm>
            <a:off x="1498600" y="4803776"/>
            <a:ext cx="1079500" cy="808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CD9F63BD-703A-1C5A-4581-1A601EE7F0D3}"/>
              </a:ext>
            </a:extLst>
          </p:cNvPr>
          <p:cNvCxnSpPr>
            <a:stCxn id="10" idx="6"/>
            <a:endCxn id="24" idx="2"/>
          </p:cNvCxnSpPr>
          <p:nvPr/>
        </p:nvCxnSpPr>
        <p:spPr>
          <a:xfrm flipV="1">
            <a:off x="1485900" y="3744913"/>
            <a:ext cx="1079500" cy="2216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1226B5A9-125F-987E-04AB-4C23D40190AD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1485900" y="3062288"/>
            <a:ext cx="1079500" cy="2899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4116677F-565A-389F-7667-8F6B08DFF313}"/>
              </a:ext>
            </a:extLst>
          </p:cNvPr>
          <p:cNvCxnSpPr>
            <a:stCxn id="9" idx="6"/>
            <a:endCxn id="27" idx="2"/>
          </p:cNvCxnSpPr>
          <p:nvPr/>
        </p:nvCxnSpPr>
        <p:spPr>
          <a:xfrm>
            <a:off x="3022600" y="2226469"/>
            <a:ext cx="1219200" cy="2706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765692C6-65C9-AEC0-8D28-8F3A26AF239C}"/>
              </a:ext>
            </a:extLst>
          </p:cNvPr>
          <p:cNvCxnSpPr>
            <a:stCxn id="9" idx="6"/>
            <a:endCxn id="28" idx="2"/>
          </p:cNvCxnSpPr>
          <p:nvPr/>
        </p:nvCxnSpPr>
        <p:spPr>
          <a:xfrm>
            <a:off x="3022600" y="2226469"/>
            <a:ext cx="1231900" cy="817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BBD2A689-3F6A-544A-B2A2-94D77E981BC2}"/>
              </a:ext>
            </a:extLst>
          </p:cNvPr>
          <p:cNvCxnSpPr>
            <a:stCxn id="9" idx="6"/>
            <a:endCxn id="29" idx="2"/>
          </p:cNvCxnSpPr>
          <p:nvPr/>
        </p:nvCxnSpPr>
        <p:spPr>
          <a:xfrm>
            <a:off x="3022600" y="2226469"/>
            <a:ext cx="1231900" cy="1887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E84871D4-FCE2-1B82-E212-09A94FD7059C}"/>
              </a:ext>
            </a:extLst>
          </p:cNvPr>
          <p:cNvCxnSpPr>
            <a:stCxn id="9" idx="6"/>
            <a:endCxn id="30" idx="2"/>
          </p:cNvCxnSpPr>
          <p:nvPr/>
        </p:nvCxnSpPr>
        <p:spPr>
          <a:xfrm>
            <a:off x="3022600" y="2226469"/>
            <a:ext cx="1231900" cy="24296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CB7D7577-FF5C-3DE8-5796-5C5C8E09A2E4}"/>
              </a:ext>
            </a:extLst>
          </p:cNvPr>
          <p:cNvCxnSpPr>
            <a:stCxn id="11" idx="6"/>
            <a:endCxn id="27" idx="2"/>
          </p:cNvCxnSpPr>
          <p:nvPr/>
        </p:nvCxnSpPr>
        <p:spPr>
          <a:xfrm flipV="1">
            <a:off x="3022600" y="2497138"/>
            <a:ext cx="1219200" cy="565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B06892C4-66DE-ABAD-CECA-E4469759F184}"/>
              </a:ext>
            </a:extLst>
          </p:cNvPr>
          <p:cNvCxnSpPr>
            <a:stCxn id="11" idx="6"/>
            <a:endCxn id="28" idx="2"/>
          </p:cNvCxnSpPr>
          <p:nvPr/>
        </p:nvCxnSpPr>
        <p:spPr>
          <a:xfrm flipV="1">
            <a:off x="3022600" y="3043754"/>
            <a:ext cx="1231900" cy="18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B07C4855-0B8A-629A-C84F-EA1F6290DB04}"/>
              </a:ext>
            </a:extLst>
          </p:cNvPr>
          <p:cNvCxnSpPr>
            <a:stCxn id="11" idx="6"/>
            <a:endCxn id="29" idx="2"/>
          </p:cNvCxnSpPr>
          <p:nvPr/>
        </p:nvCxnSpPr>
        <p:spPr>
          <a:xfrm>
            <a:off x="3022600" y="3062288"/>
            <a:ext cx="1231900" cy="105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837DBFE0-3388-FDD1-C78B-64E9844553B4}"/>
              </a:ext>
            </a:extLst>
          </p:cNvPr>
          <p:cNvCxnSpPr>
            <a:cxnSpLocks/>
            <a:stCxn id="11" idx="6"/>
            <a:endCxn id="30" idx="2"/>
          </p:cNvCxnSpPr>
          <p:nvPr/>
        </p:nvCxnSpPr>
        <p:spPr>
          <a:xfrm>
            <a:off x="3022600" y="3062288"/>
            <a:ext cx="1231900" cy="1593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BEFD5197-9762-57E1-DF11-FD21A1A90930}"/>
              </a:ext>
            </a:extLst>
          </p:cNvPr>
          <p:cNvCxnSpPr>
            <a:stCxn id="24" idx="6"/>
            <a:endCxn id="27" idx="2"/>
          </p:cNvCxnSpPr>
          <p:nvPr/>
        </p:nvCxnSpPr>
        <p:spPr>
          <a:xfrm flipV="1">
            <a:off x="3022600" y="2497138"/>
            <a:ext cx="1219200" cy="1247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0449B03-36F0-7D1A-843D-DFAE01CD18F9}"/>
              </a:ext>
            </a:extLst>
          </p:cNvPr>
          <p:cNvCxnSpPr>
            <a:stCxn id="25" idx="6"/>
            <a:endCxn id="28" idx="2"/>
          </p:cNvCxnSpPr>
          <p:nvPr/>
        </p:nvCxnSpPr>
        <p:spPr>
          <a:xfrm flipV="1">
            <a:off x="3022600" y="3043754"/>
            <a:ext cx="1231900" cy="1332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6F2818EE-3FD1-FDE5-BAD7-B67849F110C1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 flipV="1">
            <a:off x="3035300" y="3043754"/>
            <a:ext cx="1219200" cy="25688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D4CB00B-84EF-82DF-F5F1-F0FE4EA6BE33}"/>
              </a:ext>
            </a:extLst>
          </p:cNvPr>
          <p:cNvCxnSpPr>
            <a:cxnSpLocks/>
            <a:stCxn id="26" idx="6"/>
            <a:endCxn id="29" idx="2"/>
          </p:cNvCxnSpPr>
          <p:nvPr/>
        </p:nvCxnSpPr>
        <p:spPr>
          <a:xfrm flipV="1">
            <a:off x="3035300" y="4114266"/>
            <a:ext cx="1219200" cy="1498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0225C87C-6C46-5A71-A085-34F8ED90B878}"/>
              </a:ext>
            </a:extLst>
          </p:cNvPr>
          <p:cNvCxnSpPr>
            <a:stCxn id="26" idx="6"/>
          </p:cNvCxnSpPr>
          <p:nvPr/>
        </p:nvCxnSpPr>
        <p:spPr>
          <a:xfrm flipV="1">
            <a:off x="3035300" y="4604545"/>
            <a:ext cx="1244600" cy="1008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82676B12-4308-E093-186C-E6A4F4C765EE}"/>
              </a:ext>
            </a:extLst>
          </p:cNvPr>
          <p:cNvCxnSpPr>
            <a:cxnSpLocks/>
            <a:stCxn id="25" idx="6"/>
            <a:endCxn id="30" idx="2"/>
          </p:cNvCxnSpPr>
          <p:nvPr/>
        </p:nvCxnSpPr>
        <p:spPr>
          <a:xfrm>
            <a:off x="3022600" y="4375945"/>
            <a:ext cx="1231900" cy="280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2D42374F-9191-53F0-DD45-723B18EDCEB4}"/>
              </a:ext>
            </a:extLst>
          </p:cNvPr>
          <p:cNvCxnSpPr>
            <a:stCxn id="24" idx="6"/>
            <a:endCxn id="29" idx="2"/>
          </p:cNvCxnSpPr>
          <p:nvPr/>
        </p:nvCxnSpPr>
        <p:spPr>
          <a:xfrm>
            <a:off x="3022600" y="3744913"/>
            <a:ext cx="1231900" cy="369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CF28999A-FD95-2DC2-B945-B1EC80AF831B}"/>
              </a:ext>
            </a:extLst>
          </p:cNvPr>
          <p:cNvCxnSpPr>
            <a:stCxn id="25" idx="6"/>
            <a:endCxn id="29" idx="2"/>
          </p:cNvCxnSpPr>
          <p:nvPr/>
        </p:nvCxnSpPr>
        <p:spPr>
          <a:xfrm flipV="1">
            <a:off x="3022600" y="4114266"/>
            <a:ext cx="1231900" cy="2616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1A912BED-70FD-103E-C896-813E411E2A5D}"/>
              </a:ext>
            </a:extLst>
          </p:cNvPr>
          <p:cNvCxnSpPr>
            <a:stCxn id="25" idx="6"/>
            <a:endCxn id="27" idx="2"/>
          </p:cNvCxnSpPr>
          <p:nvPr/>
        </p:nvCxnSpPr>
        <p:spPr>
          <a:xfrm flipV="1">
            <a:off x="3022600" y="2497138"/>
            <a:ext cx="1219200" cy="1878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59F4BE5B-235A-B76E-F342-2D7FA840F01E}"/>
              </a:ext>
            </a:extLst>
          </p:cNvPr>
          <p:cNvCxnSpPr>
            <a:cxnSpLocks/>
            <a:stCxn id="24" idx="6"/>
            <a:endCxn id="28" idx="2"/>
          </p:cNvCxnSpPr>
          <p:nvPr/>
        </p:nvCxnSpPr>
        <p:spPr>
          <a:xfrm flipV="1">
            <a:off x="3022600" y="3043754"/>
            <a:ext cx="1231900" cy="701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6AE9833D-D5EB-AD1B-4E48-C13D11000162}"/>
              </a:ext>
            </a:extLst>
          </p:cNvPr>
          <p:cNvCxnSpPr>
            <a:cxnSpLocks/>
            <a:stCxn id="24" idx="6"/>
            <a:endCxn id="30" idx="2"/>
          </p:cNvCxnSpPr>
          <p:nvPr/>
        </p:nvCxnSpPr>
        <p:spPr>
          <a:xfrm>
            <a:off x="3022600" y="3744913"/>
            <a:ext cx="1231900" cy="911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9031270E-8639-A177-A20B-E61D8425D191}"/>
              </a:ext>
            </a:extLst>
          </p:cNvPr>
          <p:cNvCxnSpPr>
            <a:stCxn id="27" idx="6"/>
            <a:endCxn id="31" idx="2"/>
          </p:cNvCxnSpPr>
          <p:nvPr/>
        </p:nvCxnSpPr>
        <p:spPr>
          <a:xfrm>
            <a:off x="4699000" y="2497138"/>
            <a:ext cx="1825625" cy="37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2BC6369A-783B-847E-18BA-AFC19818AA0B}"/>
              </a:ext>
            </a:extLst>
          </p:cNvPr>
          <p:cNvCxnSpPr>
            <a:stCxn id="27" idx="6"/>
            <a:endCxn id="32" idx="2"/>
          </p:cNvCxnSpPr>
          <p:nvPr/>
        </p:nvCxnSpPr>
        <p:spPr>
          <a:xfrm>
            <a:off x="4699000" y="2497138"/>
            <a:ext cx="1809744" cy="18277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2583204C-A802-B545-99E2-B476CA670101}"/>
              </a:ext>
            </a:extLst>
          </p:cNvPr>
          <p:cNvCxnSpPr>
            <a:stCxn id="28" idx="6"/>
            <a:endCxn id="31" idx="2"/>
          </p:cNvCxnSpPr>
          <p:nvPr/>
        </p:nvCxnSpPr>
        <p:spPr>
          <a:xfrm flipV="1">
            <a:off x="4711700" y="2871788"/>
            <a:ext cx="1812925" cy="171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38C46AE3-988F-D526-683F-8DC31876BD57}"/>
              </a:ext>
            </a:extLst>
          </p:cNvPr>
          <p:cNvCxnSpPr>
            <a:stCxn id="29" idx="6"/>
            <a:endCxn id="31" idx="2"/>
          </p:cNvCxnSpPr>
          <p:nvPr/>
        </p:nvCxnSpPr>
        <p:spPr>
          <a:xfrm flipV="1">
            <a:off x="4711700" y="2871788"/>
            <a:ext cx="1812925" cy="1242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7B2CEC5C-AD84-CA53-FF0A-E3F674B3BB19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 flipV="1">
            <a:off x="4711700" y="2871788"/>
            <a:ext cx="1812925" cy="178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F6430AC8-C512-FD34-F20C-39146324C487}"/>
              </a:ext>
            </a:extLst>
          </p:cNvPr>
          <p:cNvCxnSpPr>
            <a:stCxn id="28" idx="6"/>
            <a:endCxn id="32" idx="2"/>
          </p:cNvCxnSpPr>
          <p:nvPr/>
        </p:nvCxnSpPr>
        <p:spPr>
          <a:xfrm>
            <a:off x="4711700" y="3043754"/>
            <a:ext cx="1797044" cy="1281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573E1591-A137-B534-0F19-49CD1E683F3A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4651372" y="4135964"/>
            <a:ext cx="1857372" cy="188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69398092-F011-B5CB-6D39-130D9BAEDDAA}"/>
              </a:ext>
            </a:extLst>
          </p:cNvPr>
          <p:cNvCxnSpPr>
            <a:stCxn id="30" idx="6"/>
            <a:endCxn id="32" idx="2"/>
          </p:cNvCxnSpPr>
          <p:nvPr/>
        </p:nvCxnSpPr>
        <p:spPr>
          <a:xfrm flipV="1">
            <a:off x="4711700" y="4324867"/>
            <a:ext cx="1797044" cy="331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AC34C8B8-6BAC-9844-C6AA-C6B096C871C4}"/>
              </a:ext>
            </a:extLst>
          </p:cNvPr>
          <p:cNvSpPr txBox="1"/>
          <p:nvPr/>
        </p:nvSpPr>
        <p:spPr>
          <a:xfrm>
            <a:off x="935749" y="1193284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784</a:t>
            </a:r>
            <a:endParaRPr lang="zh-CN" altLang="en-US" dirty="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FE8BE96A-409D-0E52-44FF-7A2CD5C9D36B}"/>
              </a:ext>
            </a:extLst>
          </p:cNvPr>
          <p:cNvSpPr txBox="1"/>
          <p:nvPr/>
        </p:nvSpPr>
        <p:spPr>
          <a:xfrm>
            <a:off x="2518924" y="1561584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256</a:t>
            </a:r>
            <a:endParaRPr lang="zh-CN" altLang="en-US" dirty="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6BDC47F-ED4F-F3A4-1351-50F48AD68022}"/>
              </a:ext>
            </a:extLst>
          </p:cNvPr>
          <p:cNvSpPr txBox="1"/>
          <p:nvPr/>
        </p:nvSpPr>
        <p:spPr>
          <a:xfrm>
            <a:off x="4279900" y="183225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64</a:t>
            </a:r>
            <a:endParaRPr lang="zh-CN" altLang="en-US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B05ECAA-1175-78CE-CAFA-BC278A9499D9}"/>
              </a:ext>
            </a:extLst>
          </p:cNvPr>
          <p:cNvSpPr txBox="1"/>
          <p:nvPr/>
        </p:nvSpPr>
        <p:spPr>
          <a:xfrm>
            <a:off x="6539064" y="20911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pic>
        <p:nvPicPr>
          <p:cNvPr id="154" name="图片 153">
            <a:extLst>
              <a:ext uri="{FF2B5EF4-FFF2-40B4-BE49-F238E27FC236}">
                <a16:creationId xmlns:a16="http://schemas.microsoft.com/office/drawing/2014/main" id="{BE640A46-204E-CB3C-EED1-6517892F3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199" y="2676974"/>
            <a:ext cx="4066095" cy="2214458"/>
          </a:xfrm>
          <a:prstGeom prst="rect">
            <a:avLst/>
          </a:prstGeom>
        </p:spPr>
      </p:pic>
      <p:sp>
        <p:nvSpPr>
          <p:cNvPr id="155" name="流程图: 接点 154">
            <a:extLst>
              <a:ext uri="{FF2B5EF4-FFF2-40B4-BE49-F238E27FC236}">
                <a16:creationId xmlns:a16="http://schemas.microsoft.com/office/drawing/2014/main" id="{7CF7E4F2-1628-0DE4-8824-11CCC75ABEC6}"/>
              </a:ext>
            </a:extLst>
          </p:cNvPr>
          <p:cNvSpPr/>
          <p:nvPr/>
        </p:nvSpPr>
        <p:spPr>
          <a:xfrm>
            <a:off x="6727824" y="3246718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流程图: 接点 162">
            <a:extLst>
              <a:ext uri="{FF2B5EF4-FFF2-40B4-BE49-F238E27FC236}">
                <a16:creationId xmlns:a16="http://schemas.microsoft.com/office/drawing/2014/main" id="{3FE14B91-A460-A564-0EEE-BE7F75B3DD3B}"/>
              </a:ext>
            </a:extLst>
          </p:cNvPr>
          <p:cNvSpPr/>
          <p:nvPr/>
        </p:nvSpPr>
        <p:spPr>
          <a:xfrm>
            <a:off x="6727824" y="3423178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流程图: 接点 163">
            <a:extLst>
              <a:ext uri="{FF2B5EF4-FFF2-40B4-BE49-F238E27FC236}">
                <a16:creationId xmlns:a16="http://schemas.microsoft.com/office/drawing/2014/main" id="{9CB70825-F719-BF22-FDE4-2CDFAFB5835F}"/>
              </a:ext>
            </a:extLst>
          </p:cNvPr>
          <p:cNvSpPr/>
          <p:nvPr/>
        </p:nvSpPr>
        <p:spPr>
          <a:xfrm>
            <a:off x="6727824" y="3636975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流程图: 接点 164">
            <a:extLst>
              <a:ext uri="{FF2B5EF4-FFF2-40B4-BE49-F238E27FC236}">
                <a16:creationId xmlns:a16="http://schemas.microsoft.com/office/drawing/2014/main" id="{1F1166E0-BB05-5A50-0600-4B08EB184F89}"/>
              </a:ext>
            </a:extLst>
          </p:cNvPr>
          <p:cNvSpPr/>
          <p:nvPr/>
        </p:nvSpPr>
        <p:spPr>
          <a:xfrm>
            <a:off x="6727824" y="3861057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流程图: 接点 175">
            <a:extLst>
              <a:ext uri="{FF2B5EF4-FFF2-40B4-BE49-F238E27FC236}">
                <a16:creationId xmlns:a16="http://schemas.microsoft.com/office/drawing/2014/main" id="{1188400D-96BE-3FD7-8C11-30F11CC797D6}"/>
              </a:ext>
            </a:extLst>
          </p:cNvPr>
          <p:cNvSpPr/>
          <p:nvPr/>
        </p:nvSpPr>
        <p:spPr>
          <a:xfrm>
            <a:off x="4456112" y="3348832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流程图: 接点 176">
            <a:extLst>
              <a:ext uri="{FF2B5EF4-FFF2-40B4-BE49-F238E27FC236}">
                <a16:creationId xmlns:a16="http://schemas.microsoft.com/office/drawing/2014/main" id="{65EB1AC3-F6EC-632E-618C-1F41DEE9E60F}"/>
              </a:ext>
            </a:extLst>
          </p:cNvPr>
          <p:cNvSpPr/>
          <p:nvPr/>
        </p:nvSpPr>
        <p:spPr>
          <a:xfrm>
            <a:off x="4456109" y="3564991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流程图: 接点 177">
            <a:extLst>
              <a:ext uri="{FF2B5EF4-FFF2-40B4-BE49-F238E27FC236}">
                <a16:creationId xmlns:a16="http://schemas.microsoft.com/office/drawing/2014/main" id="{EA41A390-9BAF-7B63-8F97-E5BC4DEB687E}"/>
              </a:ext>
            </a:extLst>
          </p:cNvPr>
          <p:cNvSpPr/>
          <p:nvPr/>
        </p:nvSpPr>
        <p:spPr>
          <a:xfrm>
            <a:off x="4456112" y="3749922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流程图: 接点 178">
            <a:extLst>
              <a:ext uri="{FF2B5EF4-FFF2-40B4-BE49-F238E27FC236}">
                <a16:creationId xmlns:a16="http://schemas.microsoft.com/office/drawing/2014/main" id="{DDD9D803-B7A4-C87F-9C17-0F48999E40D0}"/>
              </a:ext>
            </a:extLst>
          </p:cNvPr>
          <p:cNvSpPr/>
          <p:nvPr/>
        </p:nvSpPr>
        <p:spPr>
          <a:xfrm>
            <a:off x="2765424" y="4775312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流程图: 接点 185">
            <a:extLst>
              <a:ext uri="{FF2B5EF4-FFF2-40B4-BE49-F238E27FC236}">
                <a16:creationId xmlns:a16="http://schemas.microsoft.com/office/drawing/2014/main" id="{6297886F-6B63-EFFF-70AE-EF5E45FC02DB}"/>
              </a:ext>
            </a:extLst>
          </p:cNvPr>
          <p:cNvSpPr/>
          <p:nvPr/>
        </p:nvSpPr>
        <p:spPr>
          <a:xfrm>
            <a:off x="2767012" y="5023132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流程图: 接点 186">
            <a:extLst>
              <a:ext uri="{FF2B5EF4-FFF2-40B4-BE49-F238E27FC236}">
                <a16:creationId xmlns:a16="http://schemas.microsoft.com/office/drawing/2014/main" id="{A27CB810-732F-7B44-711D-F23DF3662FBF}"/>
              </a:ext>
            </a:extLst>
          </p:cNvPr>
          <p:cNvSpPr/>
          <p:nvPr/>
        </p:nvSpPr>
        <p:spPr>
          <a:xfrm>
            <a:off x="2768600" y="5205415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流程图: 接点 187">
            <a:extLst>
              <a:ext uri="{FF2B5EF4-FFF2-40B4-BE49-F238E27FC236}">
                <a16:creationId xmlns:a16="http://schemas.microsoft.com/office/drawing/2014/main" id="{047B4385-7071-964F-71DA-8279AF619B6E}"/>
              </a:ext>
            </a:extLst>
          </p:cNvPr>
          <p:cNvSpPr/>
          <p:nvPr/>
        </p:nvSpPr>
        <p:spPr>
          <a:xfrm>
            <a:off x="1228724" y="5187180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流程图: 接点 188">
            <a:extLst>
              <a:ext uri="{FF2B5EF4-FFF2-40B4-BE49-F238E27FC236}">
                <a16:creationId xmlns:a16="http://schemas.microsoft.com/office/drawing/2014/main" id="{66AD0CC6-EC87-3B77-C8D0-82D83627EE7F}"/>
              </a:ext>
            </a:extLst>
          </p:cNvPr>
          <p:cNvSpPr/>
          <p:nvPr/>
        </p:nvSpPr>
        <p:spPr>
          <a:xfrm>
            <a:off x="1228724" y="5385103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流程图: 接点 189">
            <a:extLst>
              <a:ext uri="{FF2B5EF4-FFF2-40B4-BE49-F238E27FC236}">
                <a16:creationId xmlns:a16="http://schemas.microsoft.com/office/drawing/2014/main" id="{CBB6475E-3213-0604-C112-10AF54975321}"/>
              </a:ext>
            </a:extLst>
          </p:cNvPr>
          <p:cNvSpPr/>
          <p:nvPr/>
        </p:nvSpPr>
        <p:spPr>
          <a:xfrm>
            <a:off x="1228724" y="5573715"/>
            <a:ext cx="66676" cy="9100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702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3A5B6D82-044E-1310-378F-1CE43332E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6711" y="1520936"/>
            <a:ext cx="6443638" cy="5173453"/>
          </a:xfr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80987289-774C-0D4E-78EF-45DFDD54E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2275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初代网络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7525D0-BA96-A402-7501-322787CBA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70" y="1277163"/>
            <a:ext cx="5043492" cy="81752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F2F0BD4-15FF-82AF-E866-1E7CC6B9D62F}"/>
              </a:ext>
            </a:extLst>
          </p:cNvPr>
          <p:cNvSpPr txBox="1"/>
          <p:nvPr/>
        </p:nvSpPr>
        <p:spPr>
          <a:xfrm>
            <a:off x="838200" y="2781300"/>
            <a:ext cx="3771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数据没有做任何处理，因为发现到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epoch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就收敛了，只训练了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epoch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，在测试集的准确率感觉还可以，但是放到自己手写的数字识别里，效果却不好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F817A4-5058-9868-E91A-9E73206AA06F}"/>
              </a:ext>
            </a:extLst>
          </p:cNvPr>
          <p:cNvSpPr txBox="1"/>
          <p:nvPr/>
        </p:nvSpPr>
        <p:spPr>
          <a:xfrm>
            <a:off x="7726262" y="1052602"/>
            <a:ext cx="294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最后一轮预测的混淆矩阵</a:t>
            </a:r>
          </a:p>
        </p:txBody>
      </p:sp>
    </p:spTree>
    <p:extLst>
      <p:ext uri="{BB962C8B-B14F-4D97-AF65-F5344CB8AC3E}">
        <p14:creationId xmlns:p14="http://schemas.microsoft.com/office/powerpoint/2010/main" val="2166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2FDA59-5B45-43C7-26D1-AD0FF8340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47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测试图像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94E5A3B-245F-37B0-A1A8-F3FB166ED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083" y="3301771"/>
            <a:ext cx="4488093" cy="1930838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8486EC-EAE3-57BD-BF32-A38E12101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46362"/>
            <a:ext cx="4619752" cy="18387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82681B-A114-0F38-EC07-32DEA90CBA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4305"/>
          <a:stretch/>
        </p:blipFill>
        <p:spPr>
          <a:xfrm>
            <a:off x="7519658" y="554453"/>
            <a:ext cx="2369845" cy="24986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A661FF9-B961-9F7F-4997-DC83C40C9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658" y="3519690"/>
            <a:ext cx="2402099" cy="214288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B677AB1-0F31-62F8-75D6-E28220E21BEA}"/>
              </a:ext>
            </a:extLst>
          </p:cNvPr>
          <p:cNvSpPr txBox="1"/>
          <p:nvPr/>
        </p:nvSpPr>
        <p:spPr>
          <a:xfrm>
            <a:off x="838200" y="5652775"/>
            <a:ext cx="5134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发现预测白底的时候几乎预测为同一个数字，可能是训练的时候模型根本就没见过白底黑字的数据，当然，黑底白字效果也不是很好</a:t>
            </a:r>
          </a:p>
        </p:txBody>
      </p:sp>
    </p:spTree>
    <p:extLst>
      <p:ext uri="{BB962C8B-B14F-4D97-AF65-F5344CB8AC3E}">
        <p14:creationId xmlns:p14="http://schemas.microsoft.com/office/powerpoint/2010/main" val="24425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E011C-C9AC-D0E5-54CA-D947CE57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63525"/>
            <a:ext cx="10515600" cy="638175"/>
          </a:xfrm>
        </p:spPr>
        <p:txBody>
          <a:bodyPr>
            <a:normAutofit/>
          </a:bodyPr>
          <a:lstStyle/>
          <a:p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Lenet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C979AFD-5CDE-E1FF-41E6-5987F3B8B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1009667"/>
            <a:ext cx="8346511" cy="432994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8A0126-0E43-842C-8F70-ACF873203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168" y="1495652"/>
            <a:ext cx="3177831" cy="21277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EEEB5F6-700A-B97E-2BAF-45B8ED2A5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749" y="4474966"/>
            <a:ext cx="3672982" cy="172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79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0BDD5-C908-4820-44F6-3209600B1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62" y="61681"/>
            <a:ext cx="10515600" cy="56197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训练结果：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BD716E8-8A2C-D7AB-65B6-1643B5FE8FCF}"/>
              </a:ext>
            </a:extLst>
          </p:cNvPr>
          <p:cNvSpPr/>
          <p:nvPr/>
        </p:nvSpPr>
        <p:spPr>
          <a:xfrm>
            <a:off x="736600" y="889158"/>
            <a:ext cx="1833262" cy="56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80CD7D2-44BD-7743-78C9-5B6FF2053F89}"/>
              </a:ext>
            </a:extLst>
          </p:cNvPr>
          <p:cNvSpPr/>
          <p:nvPr/>
        </p:nvSpPr>
        <p:spPr>
          <a:xfrm>
            <a:off x="4996315" y="892364"/>
            <a:ext cx="1941212" cy="56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5D0B849-B9E6-3030-78C1-89D261266A63}"/>
              </a:ext>
            </a:extLst>
          </p:cNvPr>
          <p:cNvSpPr/>
          <p:nvPr/>
        </p:nvSpPr>
        <p:spPr>
          <a:xfrm>
            <a:off x="9363981" y="898864"/>
            <a:ext cx="1941212" cy="5245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model3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EC51FA7-A416-5DE0-1A47-94DBEE3E0D48}"/>
              </a:ext>
            </a:extLst>
          </p:cNvPr>
          <p:cNvSpPr txBox="1"/>
          <p:nvPr/>
        </p:nvSpPr>
        <p:spPr>
          <a:xfrm>
            <a:off x="610861" y="1709869"/>
            <a:ext cx="2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颜色增强，水平随机裁剪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60DA66-1972-5EAC-7E6E-8D58063DBB47}"/>
              </a:ext>
            </a:extLst>
          </p:cNvPr>
          <p:cNvSpPr txBox="1"/>
          <p:nvPr/>
        </p:nvSpPr>
        <p:spPr>
          <a:xfrm>
            <a:off x="4628428" y="1701318"/>
            <a:ext cx="378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颜色增强，水平随机裁剪，归一化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469AFD9-1D70-E3D0-500A-1279E3125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31" y="2584160"/>
            <a:ext cx="1929716" cy="298613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51E10BE-9D96-0234-F7B9-8F2668225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526" y="2589589"/>
            <a:ext cx="1988891" cy="298070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54F7F55-E2A4-CF1A-0EFD-FE67A185C860}"/>
              </a:ext>
            </a:extLst>
          </p:cNvPr>
          <p:cNvSpPr txBox="1"/>
          <p:nvPr/>
        </p:nvSpPr>
        <p:spPr>
          <a:xfrm>
            <a:off x="9014973" y="1701318"/>
            <a:ext cx="2974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将模型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和模型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的预测置信度相加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A15596D-5A96-193B-6CA8-1151E47A3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695" y="2584159"/>
            <a:ext cx="1972073" cy="298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606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EAF3-A5AE-50F2-3094-189F33719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020300" cy="393700"/>
          </a:xfrm>
        </p:spPr>
        <p:txBody>
          <a:bodyPr>
            <a:normAutofit fontScale="90000"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resnet18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27AD5BB-C314-13E1-29BF-2B7AC0154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847725"/>
            <a:ext cx="5283200" cy="3698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  使用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预训练的网络模型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，进行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微调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，把最后一次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1000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个输出改成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个输出，训练时也使用了颜色增强和水平随机裁剪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  原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CNN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模型针对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ImageNet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数据集且无变形的图像来提取特征，现在却是针对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MNIST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数据集且变形的图像来提取特征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  如果不针对特定任务进行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fine-tuning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，而是把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CNN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当做特征提取器，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卷积层所学到的特征其实就是基础的共享特征提取层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C821886-E954-7266-F39A-BECEB4F58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110" y="0"/>
            <a:ext cx="3470645" cy="666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8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EAF3-A5AE-50F2-3094-189F33719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020300" cy="393700"/>
          </a:xfrm>
        </p:spPr>
        <p:txBody>
          <a:bodyPr>
            <a:normAutofit fontScale="90000"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Resnet18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预测结果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27AD5BB-C314-13E1-29BF-2B7AC0154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7725"/>
            <a:ext cx="2514600" cy="13874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8062792-A0BC-7AE3-E0E1-D85F26E8F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608" y="3178609"/>
            <a:ext cx="3251783" cy="258744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7BBA77D-EEA2-994D-3005-F4F7591FE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94" y="3178609"/>
            <a:ext cx="3251782" cy="25204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9604393-9A2A-4BE6-0739-CDDC8B856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8419"/>
            <a:ext cx="3880260" cy="1544446"/>
          </a:xfrm>
          <a:prstGeom prst="rect">
            <a:avLst/>
          </a:prstGeom>
        </p:spPr>
      </p:pic>
      <p:pic>
        <p:nvPicPr>
          <p:cNvPr id="14" name="内容占位符 6">
            <a:extLst>
              <a:ext uri="{FF2B5EF4-FFF2-40B4-BE49-F238E27FC236}">
                <a16:creationId xmlns:a16="http://schemas.microsoft.com/office/drawing/2014/main" id="{E845253A-49D5-2919-58ED-DFD770B89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012" y="1091950"/>
            <a:ext cx="4224380" cy="181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22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237</Words>
  <Application>Microsoft Office PowerPoint</Application>
  <PresentationFormat>宽屏</PresentationFormat>
  <Paragraphs>25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宋体</vt:lpstr>
      <vt:lpstr>Arial</vt:lpstr>
      <vt:lpstr>Office 主题​​</vt:lpstr>
      <vt:lpstr>初代网络</vt:lpstr>
      <vt:lpstr>初代网络</vt:lpstr>
      <vt:lpstr>测试图像</vt:lpstr>
      <vt:lpstr>Lenet</vt:lpstr>
      <vt:lpstr>训练结果：</vt:lpstr>
      <vt:lpstr>resnet18</vt:lpstr>
      <vt:lpstr>Resnet18预测结果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初代网络</dc:title>
  <dc:creator>郑 金财</dc:creator>
  <cp:lastModifiedBy>郑 金财</cp:lastModifiedBy>
  <cp:revision>2</cp:revision>
  <dcterms:created xsi:type="dcterms:W3CDTF">2023-05-06T03:10:16Z</dcterms:created>
  <dcterms:modified xsi:type="dcterms:W3CDTF">2023-05-06T04:43:39Z</dcterms:modified>
</cp:coreProperties>
</file>